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Vibe Koding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Datadrevet journalistikk i Stavanger Aftenblad</a:t>
            </a:r>
            <a:br/>
            <a:r>
              <a:t>26. januar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Hva er Vibe Koding?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Programmering med KI-assistanse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Fra idé til løsning på minutter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Fokus på resultat, ikke syntaks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«Koding – som å sitte på casino og trykke på knapp»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Demokratisering av teknologi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📊 Eksempler på prosjekter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Forsinkede busser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Utviklet av: Andreas Askildsen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Datakilde: Entur API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Sanntidsdata på bussavganger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Visualisering av forsinkelser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Interaktiv løsning for leserne</a:t>
            </a:r>
          </a:p>
          <a:p>
            <a:br/>
            <a:pPr>
              <a:defRPr sz="1400">
                <a:solidFill>
                  <a:srgbClr val="ADD8E6"/>
                </a:solidFill>
              </a:defRPr>
            </a:pPr>
            <a:r>
              <a:t>🔗 aftenbladet-editorial-sa-entur-tij.pages.schibsted.ghe.com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Restaurantoversikter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Utviklet av: Eilin Lindvoll (Sandnes/Stavanger)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Datakilde: Brønnøysundregistrene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Automatisk oppdatert database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Dekker: Sandnes, Stavanger, Jæren, Gjesdal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Inline HTML – publiseres direkte i saker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Flere interaktive løsninger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Oversitting på Vassøy-ferja (Kolumbus-data)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Ryfast-takster 2026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Beste akebakke (Karl Almelid m.fl.)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Bygninger i strandsonen (telleverk)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Stavanger kommunes eiendommer (Elisabeth Risa)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🤖 Automatisering og bots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Slack-varsling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Varsler når konkurrenter publiserer nyheter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Automatisk overvåkning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Tidsbesparelser for redaksjonen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Holder oss oppdatert på nyhetsbildet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Dagsorden-bot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Skraping av møtekalendere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Kommuner, fylkeskommune, m.fl.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Automatisk Slack-varsling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39 møter de neste 10 dagene (Ryfylke, Dalane)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Aldri gå glipp av et viktig møte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Eksempel: Politiske møter denne uken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📅 Mandag 26. januar: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 • Eldreråd (Lund kommune) - kl. 08:30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 • Kommunestyret (Eigersund) - kl. 18:00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📅 Tirsdag 27. januar: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 • Opplæringsutvalget (Rogaland fylkeskommune) - kl. 11:30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 • Formannskapet (Eigersund) - kl. 13:01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📅 Onsdag 28. januar: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 • Samferdselsutvalget (Rogaland fylkeskommune) - kl. 11:30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 • Formannskapet (Bjerkreim) - kl. 17:00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📅 Torsdag 29. januar: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 • Kommunestyret (Sirdal) - kl. 18:00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   • Levekårsutvalget (Lund) - kl. 18:00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Postliste-bot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Skraping av postlister fra: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 – Kommuner i dekningsområdet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 – Rogaland fylkeskommune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 – Ferde og andre aktører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Nedlasting til Slack for videre bearbeiding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Analyse med KI (Gemini, ChatGPT)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 fra Brønnøysund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Uthenting av næringslivsdata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Grunnlag for bransjeoversikter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Restauranter, bedrifter, etc.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Under konstruksjon – kjøres lokalt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Potensial for automatiserte oppdateringer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⚙️ Teknisk løsning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Integrasjoner i mm.schibsted.media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Embed-kode som i Mapcreator/Datawrapper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KI genererer inline HTML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Mobile-first design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Tilpasset Aftenbladets blå designprofil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Støtte for norske tegn (æ/ø/å)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Tilgang til KI-modeller: LiteLLM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Open-source Python-bibliotek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Unified interface for LLM-er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Støtter mange modeller (GPT, Claude, etc.)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Ca. 170 brukere i Schibsted Slack-kanal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Be om tilgang via #liteLLM på Slack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Når systemene svikter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Jojo nede med blank skjerm?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Lag din egen transkribent!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Uavhengighet fra enkeltverktøy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Vibe koding gir fleksibilitet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Fra problem til løsning på timer, ikke uker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Eksempel: Rutekutt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Fra regneark til interaktiv løsning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Inline HTML-integrasjon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Flertallspartienes forslag visualisert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Lesbar på mobil og desktop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Oppdateres enkelt ved behov</a:t>
            </a:r>
          </a:p>
          <a:p>
            <a:br/>
            <a:pPr>
              <a:defRPr sz="1400">
                <a:solidFill>
                  <a:srgbClr val="ADD8E6"/>
                </a:solidFill>
              </a:defRPr>
            </a:pPr>
            <a:r>
              <a:t>🔗 Rutekutt v3-flertallspartiene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Oppsummering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Vibe koding = KI + kreativitet + journalistikk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Raskere fra idé til publisering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Automatisering sparer tid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Bedre datagrunnlag for saker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Alle kan bidra – ikke bare utviklere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Takk for oppmerksomheten!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Spørsmål?</a:t>
            </a:r>
            <a:br/>
            <a:br/>
            <a:r>
              <a:t>#liteLLM på Slack for å komme i gang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